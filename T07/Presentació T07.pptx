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anual (€)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6B4-4673-B23D-B6E88D23983D}"/>
              </c:ext>
            </c:extLst>
          </c:dPt>
          <c:dPt>
            <c:idx val="1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B4-4673-B23D-B6E88D23983D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B4-4673-B23D-B6E88D23983D}"/>
              </c:ext>
            </c:extLst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B4-4673-B23D-B6E88D2398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ca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Microsoft 365
Business Premium</c:v>
                </c:pt>
                <c:pt idx="1">
                  <c:v>Google Workspace
Business Plus</c:v>
                </c:pt>
                <c:pt idx="2">
                  <c:v>Zoho Workplace
Professional</c:v>
                </c:pt>
                <c:pt idx="3">
                  <c:v>Proton Workplace
Premium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8022</c:v>
                </c:pt>
                <c:pt idx="1">
                  <c:v>7089.6</c:v>
                </c:pt>
                <c:pt idx="2">
                  <c:v>2268</c:v>
                </c:pt>
                <c:pt idx="3">
                  <c:v>8395.7999999999993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6B4-4673-B23D-B6E88D2398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ca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ca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1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A2240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0C2A5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 AL CLOUD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Solució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 FoodLogistic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Anàlisi comparativa · Costos · Justificació tècnica · Implantació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usuaris · Migració des d'hosting antic · 4 opcions analitzades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Continguts de la presentació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Taula comparativa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Característiques dels 4 proveïdors analitzats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256032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Càlcul de costos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usuari i cost anual total (35 usuaris)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56032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 dels serveis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 de cada solució al núvol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54480" y="2926080"/>
            <a:ext cx="256032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9443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 tècnica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recomanem Microsoft 365 Business Premium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2926080"/>
            <a:ext cx="256032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9443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Pressupost desglossat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recurrents i addicionals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Taula Comparativa de Característiques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03920" cy="3749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Workspace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 Workplace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Proton Workplace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Emmagatzematge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GB bústia + 1 TB OneDrive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TB compartit per usuari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GB bústia + 1 TB WorkDrive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TB per usuari (E2EE)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Seguretat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Màxima: Defender, DLP, Intune, anti-ransomware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Alta: anti-phishing, Vault, endpoints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Bona: MFA, S/MIME, restricció 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Excel·lent en privacitat: xifratge E2EE zero-access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Col·laboració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Teams, Office desktop, SharePoint, Planner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 (500 part.), Docs/Sheets + Gemini 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Cliq, Meeting, Writer/Sheet/Show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 (250 part.), Docs, Calendar, VPN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 IMAP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Eines natives + assistents gratuïts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Migration Service natiu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Eines natives + assistència dedicada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Eines natives (IMAP) + suport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Idoneïtat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Excel·lent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Excel·lent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Millor qualitat-preu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Bona (privacitat màx.)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Càlcul de Costos per a 35 Usuaris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566160"/>
          </a:xfrm>
          <a:prstGeom prst="rect">
            <a:avLst/>
          </a:prstGeom>
          <a:solidFill>
            <a:srgbClr val="0D1B40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Premium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usuari / 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19,10 €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463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anual total (35 usuaris)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8.022 €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RECOMANAT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143000"/>
            <a:ext cx="2011680" cy="1645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usuari / mes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16,88 €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24912" y="292608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anual total (35 usuaris)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42032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7.089,60 €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26864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143000"/>
            <a:ext cx="20116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Workplace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usuari / 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5,40 €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901184" y="292608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anual total (35 usuaris)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18304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2.268 €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03136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03136" y="1143000"/>
            <a:ext cx="2011680" cy="1645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Workplace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94576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usuari / mes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94576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19,99 €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077456" y="292608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anual total (35 usuaris)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94576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8.395,80 €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Tots els proveïdors compleixen GDPR i ofereixen prova gratuïta de 14-30 dies.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Comparativa Visual de Costos Anuals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Descripció dels Serveis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0972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Business Premium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184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 molt completa per a empreses. Inclou Exchange, Office (Word, Excel, Outlook), OneDrive i Teams. Destaca per la seguretat avançada i gestió de dispositius.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109728" cy="16916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Business Plus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6184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el núvol, molt popular. Gmail, Drive, Docs, Sheets i Meet. Molt intuïtiva i facilita col·laboració en temps real. Seguretat lleugerament menor que Microsoft.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10972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Workplace Professional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53872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econòmica amb bona relació qualitat-preu. Inclou correu, suite ofimàtica pròpia i comunicació. Adequada per a PIMES amb necessitats estàndard.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109728" cy="1691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Workplace Premium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353872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Centrada en privacitat amb xifratge d'extrem a extrem. Ideal si es prioritza confidencialitat. Les eines de col·laboració són més limitades que la resta d'opcions.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Justificació Tècnica · Per què Microsoft 365?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0604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60604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Seguretat Avançada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Defender, DLP, anti-ransomware i Intune per a gestió de dispositius. Clau per als problemes de seguretat actuals.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43000"/>
            <a:ext cx="260604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Entorn Integrat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Correu, emmagatzematge, comunicació i ofimàtica en una única plataforma. Millora l'eficiència operativa.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0604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43000"/>
            <a:ext cx="260604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Treball Col·laboratiu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Teams: xat, videotrucades i compartició de fitxers. Comunicació interna centralitzada.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017520"/>
            <a:ext cx="388620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017520"/>
            <a:ext cx="388620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Estàndard Empresarial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les solucions més utilitzades al mercat. Garanteix suport, escalabilitat i integració.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388620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017520"/>
            <a:ext cx="388620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Migració Senzilla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Eines natives per migrar correus via IMAP des d'hosting antic. Redueix riscos i temps d'implantació.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i que el cost és superior a Zoho, la diferència es justifica per les funcionalitats avançades i la seguretat.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Pressupost Desglossat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686800" cy="8229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unitari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usuaris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mensual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Llicència Microsoft 365 Business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668,50 €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8.022 €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103120"/>
            <a:ext cx="384048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103120"/>
            <a:ext cx="38404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Recurrents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Subscripció mensual per usuari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 anual total: 8.022 €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Possibilitat de facturació mensual (preu lleugerament superior)</a:t>
            </a:r>
            <a:endParaRPr lang="en-US" sz="1100" dirty="0"/>
          </a:p>
        </p:txBody>
      </p:sp>
      <p:sp>
        <p:nvSpPr>
          <p:cNvPr id="4" name="Shape 6"/>
          <p:cNvSpPr/>
          <p:nvPr/>
        </p:nvSpPr>
        <p:spPr>
          <a:xfrm>
            <a:off x="4846320" y="2103120"/>
            <a:ext cx="384048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Addicionals (Estimats)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2514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 de dades: 0 € (eines natives internes)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 bàsica del personal: recomanable (opcional)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tècnic: inclòs en la llicència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 ANUAL TOTAL: 8.022 € · 35 usuaris · Microsoft 365 Business Premium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Business Premium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la solució òptima per a FoodLogistic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Seguretat avançada per als reptes actuals de l'empresa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Plataforma integrada: correu, ofimàtica, col·laboració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Migració senzilla des de l'hosting antic via IMAP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Estàndard empresarial amb suport i escalabilitat garantits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 anual: 8.022 € per a 35 usuaris · 19,10 €/usuari/mes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segura, escalable i preparada per al futur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777</Words>
  <Application>Microsoft Office PowerPoint</Application>
  <PresentationFormat>Presentación en pantalla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Migrant al Cloud - FoodLogistic</dc:title>
  <dc:subject>PptxGenJS Presentation</dc:subject>
  <dc:creator>PptxGenJS</dc:creator>
  <cp:lastModifiedBy>S10</cp:lastModifiedBy>
  <cp:revision>1</cp:revision>
  <dcterms:created xsi:type="dcterms:W3CDTF">2026-04-15T18:04:28Z</dcterms:created>
  <dcterms:modified xsi:type="dcterms:W3CDTF">2026-04-15T18:25:02Z</dcterms:modified>
</cp:coreProperties>
</file>